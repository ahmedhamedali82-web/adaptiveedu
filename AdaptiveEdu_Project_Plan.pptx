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.me/AdaptiveEdubot" TargetMode="External"/><Relationship Id="rId3" Type="http://schemas.openxmlformats.org/officeDocument/2006/relationships/hyperlink" Target="https://github.com/ahmedhamedali82/AdaptiveEdu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hmedhamedali82/AdaptiveEd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8C7E"/>
                </a:solidFill>
                <a:latin typeface="Calibri"/>
              </a:rPr>
              <a:t>DEPI GRADUATION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949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6949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Telegram study bot for 1st Secondary.
Register → choose subject → AI lesson PDF
→ submit Excel quiz → Pass / Fail by email.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n8n  ·  Gemini  ·  3 Google Sheets  ·  Gmail  ·  Drive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8C7E"/>
                </a:solidFill>
                <a:latin typeface="Calibri"/>
                <a:hlinkClick r:id="rId2"/>
              </a:rPr>
              <a:t>https://t.me/AdaptiveEdubot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349240"/>
            <a:ext cx="6949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E8C7E"/>
                </a:solidFill>
                <a:latin typeface="Calibri"/>
                <a:hlinkClick r:id="rId3"/>
              </a:rPr>
              <a:t>https://github.com/ahmedhamedali82/AdaptiveEdu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258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1 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74519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2  Student journey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4231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3  3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9718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4  n8n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520439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5  Live 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06908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6  Demo emails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61772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7  Pass /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1663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8  Deliverables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WHY THIS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Problem and solution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One class. One pace. One book.
A student who fails still moves on.
A teacher cannot follow every student by hand.
We need: finish this lesson before the next one — with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51560"/>
            <a:ext cx="91440" cy="521208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Solution — AdaptiveEdu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A live Telegram bot.
1) Student sends ID (ST005).
2) Chooses a subject code.
3) Gemini builds the next lesson as PDF + 10 MCQs.
4) Student uploads Excel answers.
5) Score saved. Email: Pass or Fail.
Bot: t.me/AdaptiveEdubot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STUDENT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Eight clear steps (demo path)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Open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t.me/AdaptiveEdubot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Send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ST005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Pick subject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Send 4 = Philosophy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09728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49840" y="13258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32588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48839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Get lesson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517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PDF + quiz by email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7160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Study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Download PDF link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9768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Answer 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ST005_4_1.xlsx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22376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Upload 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On Telegram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3794760"/>
            <a:ext cx="2788920" cy="24688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149840" y="40233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402336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84632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F2744"/>
                </a:solidFill>
                <a:latin typeface="Calibri"/>
              </a:rPr>
              <a:t>Result email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34924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C2430"/>
                </a:solidFill>
                <a:latin typeface="Calibri"/>
              </a:rPr>
              <a:t>Pass (&gt;6) or Fail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Three Google Sheets the bot uses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1  Students_Data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Who is the student?
student_id
student_name
telegram_chat_id
email
status (waiting flag)
First login saves chat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051560"/>
            <a:ext cx="91440" cy="52120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2  Lessons_Data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What can we teach?
Tab subject:
1–8 subject codes
Tab Lessons_Data:
lesson_code + lesson_name
per subject
Next lesson = first not passed.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051560"/>
            <a:ext cx="3703320" cy="52120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051560"/>
            <a:ext cx="91440" cy="52120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3  student_progress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554480"/>
            <a:ext cx="33832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History log.
student + subject + lesson
date, grade, succeed
FILE_NAME
ANS_1 … ANS_10
Append / update each attempt.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SHEET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Open these in the live 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1554480"/>
          </a:xfrm>
          <a:prstGeom prst="rect">
            <a:avLst/>
          </a:prstGeom>
          <a:solidFill>
            <a:srgbClr val="1B3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Students_Data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https://docs.google.com/spreadsheets/d/1m8rzYDXa7817vFFcd1bqszegV0orMgxA8AyyOEyYl1s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88920"/>
            <a:ext cx="91440" cy="15544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1693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Lessons_Data (subject + lessons)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https://docs.google.com/spreadsheets/d/1FUfTrazMkwUSOi1NzrC9D4FKqGhTUJ1KPdb-lLCUyY0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26280"/>
            <a:ext cx="11430000" cy="15544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526280"/>
            <a:ext cx="91440" cy="155448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54296"/>
            <a:ext cx="11109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student_progress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11109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https://docs.google.com/spreadsheets/d/18C6AQaF5evsGaI4upz1vxbCgnE8jhxJfVfQS3-R5KPk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Register path (first time)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05840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115568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15568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097280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1 Telegram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097280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New message arrives.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755648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186537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86537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1847088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2 Get row by chat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847088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Look up Students_Data.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505456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615184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15184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2596896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3 status ≠ waiting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596896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Treat as register / menu.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55264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364992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64992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346704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4 Search student 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346704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Match text like ST005.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00507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114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11480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096511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5 Update chat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096511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Save Telegram id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754879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864607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64607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846319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6 Show subjects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846319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List 1–8 + upload tip.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504688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614416"/>
            <a:ext cx="438912" cy="438912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614416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596127"/>
            <a:ext cx="41148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F2744"/>
                </a:solidFill>
                <a:latin typeface="Calibri"/>
              </a:rPr>
              <a:t>7 Set waiting=1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596127"/>
            <a:ext cx="61264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Next message = subject or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Lesson path (subject code)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1 Subject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Text equals SUBJECT_CODE.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2 Read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Find last passed lesson.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3 Pick next lesson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Code node get_file.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4 Block if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Old lesson unanswered →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5 AI Agent (Gemini)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Markdown lesson + 10 answers.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6 HTML → PDF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Convert and store / link.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7 Telegram + Gmail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Send file notice + email with URL + Excel name.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749039"/>
            <a:ext cx="91440" cy="25146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8 Append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Open lesson row ready for grading.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STEPS  ·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Grade path (Excel upload)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1 Document?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If message has a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2 Name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Must match ST###_sub_les.xlsx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3 Drive extract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Upload → download → parse row.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051560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051560"/>
            <a:ext cx="91440" cy="251460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17957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4 Compare ANS_1..10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554480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Capital letters vs model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5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grade = correct count / 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6 Pass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Pass if grade &gt; 6  else Fail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7220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7 Update sheet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Write grade + succeed flag.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3749039"/>
            <a:ext cx="2788920" cy="251460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3749039"/>
            <a:ext cx="91440" cy="251460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3877055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744"/>
                </a:solidFill>
                <a:latin typeface="Calibri"/>
              </a:rPr>
              <a:t>8 Email + Telegram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251959"/>
            <a:ext cx="2468880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C2430"/>
                </a:solidFill>
                <a:latin typeface="Calibri"/>
              </a:rPr>
              <a:t>Result mail + restudy tip if Fail.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N8N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Live workflow ADAPTIVE_11 (44 nodes)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n8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60120"/>
            <a:ext cx="11704320" cy="3757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Three message types only:  student ID  ·  subject code  ·  answers Excel 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What each tool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Telegram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Student screen. Bot link on cover.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n8n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Orchestrates all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Google Sheets ×3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Students, lessons, progress.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Gemini AI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Writes lesson + model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E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HTML →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Lesson file for the student.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F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Gmail + Drive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Email result + store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QUIZ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Exact Excel style the bot accepts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uiz_excel_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11155680" cy="3346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Example for Ahmed (ST005), Philosophy (4), lesson 1  →  file name ST005_4_1.xlsx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Bot messages (subjects + validation)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t_cha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2417616" cy="5394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709160" y="1051560"/>
            <a:ext cx="7086600" cy="228600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1051560"/>
            <a:ext cx="91440" cy="228600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179576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What you should 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After a valid ID, the bot lists subjects 1–8 and offers to upload an answers file.
Send a subject number (example: 4) to open the next lesson.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566160"/>
            <a:ext cx="7086600" cy="2606040"/>
          </a:xfrm>
          <a:prstGeom prst="roundRect">
            <a:avLst>
              <a:gd name="adj" fmla="val 8000"/>
            </a:avLst>
          </a:prstGeom>
          <a:solidFill>
            <a:srgbClr val="FF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60" y="3566160"/>
            <a:ext cx="91440" cy="2606040"/>
          </a:xfrm>
          <a:prstGeom prst="rect">
            <a:avLst/>
          </a:prstGeom>
          <a:solidFill>
            <a:srgbClr val="E87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94176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Validation messages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069080"/>
            <a:ext cx="67665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Wrong subject → “كود المادة غير موجود…”
Wrong / unknown student ID → “كود الطالب غير صحيح…”
These prove the Sheets checks are live.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LESSON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Telegram notice + Gmail with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sg_lesson_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5394960" cy="2550345"/>
          </a:xfrm>
          <a:prstGeom prst="rect">
            <a:avLst/>
          </a:prstGeom>
        </p:spPr>
      </p:pic>
      <p:pic>
        <p:nvPicPr>
          <p:cNvPr id="11" name="Picture 10" descr="email_les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005840"/>
            <a:ext cx="5852160" cy="28975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85216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F2744"/>
                </a:solidFill>
                <a:latin typeface="Calibri"/>
              </a:rPr>
              <a:t>Real email example: Philosophy &amp; Logic → Thinking Principles → download PDF → reply with ST005_4_1.xlsx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 · 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Same student — Fail then Pass emails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mail_f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577840" cy="2260550"/>
          </a:xfrm>
          <a:prstGeom prst="rect">
            <a:avLst/>
          </a:prstGeom>
        </p:spPr>
      </p:pic>
      <p:pic>
        <p:nvPicPr>
          <p:cNvPr id="11" name="Picture 10" descr="email_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51560"/>
            <a:ext cx="5577840" cy="226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0749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91C1C"/>
                </a:solidFill>
                <a:latin typeface="Calibri"/>
              </a:rPr>
              <a:t>Fail example: 2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0749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E8C5A"/>
                </a:solidFill>
                <a:latin typeface="Calibri"/>
              </a:rPr>
              <a:t>Pass example: 9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744"/>
                </a:solidFill>
                <a:latin typeface="Calibri"/>
              </a:rPr>
              <a:t>Rule in n8n: Pass if grade &gt; 6. Fail → restudy same lesson and upload again. Pass → next lesson_code opens.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Pass, fail, and what happens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E6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5212080"/>
          </a:xfrm>
          <a:prstGeom prst="rect">
            <a:avLst/>
          </a:prstGeom>
          <a:solidFill>
            <a:srgbClr val="2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Pass  ·  more than 6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student_progress: succeed = 1
grade saved with ANS_1…ANS_10
Email: “you are Pass”
Telegram: grading done.
Next subject request opens lesson_code + 1.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051560"/>
            <a:ext cx="5623560" cy="5212080"/>
          </a:xfrm>
          <a:prstGeom prst="roundRect">
            <a:avLst>
              <a:gd name="adj" fmla="val 8000"/>
            </a:avLst>
          </a:prstGeom>
          <a:solidFill>
            <a:srgbClr val="FF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051560"/>
            <a:ext cx="91440" cy="52120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795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744"/>
                </a:solidFill>
                <a:latin typeface="Calibri"/>
              </a:rPr>
              <a:t>Fail  ·  6 or less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C2430"/>
                </a:solidFill>
                <a:latin typeface="Calibri"/>
              </a:rPr>
              <a:t>student_progress: succeed = 0
Email: “you are Fail”
Telegram: restudy and resend answers.
Same lesson stays open until Pass.
Wrong file name is refused.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BOT + EMAIL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Key messages the panel can read aloud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sg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669280" cy="2680023"/>
          </a:xfrm>
          <a:prstGeom prst="rect">
            <a:avLst/>
          </a:prstGeom>
        </p:spPr>
      </p:pic>
      <p:pic>
        <p:nvPicPr>
          <p:cNvPr id="11" name="Picture 10" descr="msg_gr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005840"/>
            <a:ext cx="5669280" cy="268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580644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676"/>
                </a:solidFill>
                <a:latin typeface="Calibri"/>
              </a:rPr>
              <a:t>Left: welcome + subject list after register.   Right: after Excel upload (before the result email).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SUBMIT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What the panel should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Working bot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t.me/AdaptiveEdubot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4528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n8n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AdaptiveEdu.json (ADAPTIVE_11)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105156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105156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117957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3 Sheets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55448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Students · Lessons · Progress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This PPT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Journey + n8n steps + live shots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Docs +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Full write-up + 2–5 min demo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3703320"/>
            <a:ext cx="3703320" cy="24688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3296" y="3703320"/>
            <a:ext cx="91440" cy="2468880"/>
          </a:xfrm>
          <a:prstGeom prst="rect">
            <a:avLst/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66176" y="383133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744"/>
                </a:solidFill>
                <a:latin typeface="Calibri"/>
              </a:rPr>
              <a:t>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4206240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C2430"/>
                </a:solidFill>
                <a:latin typeface="Calibri"/>
              </a:rPr>
              <a:t>github.com/ahmedhamedali82/AdaptiveEdu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6601968"/>
            <a:ext cx="12081967" cy="256032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601968"/>
            <a:ext cx="9601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6676"/>
                </a:solidFill>
                <a:latin typeface="Calibri"/>
                <a:hlinkClick r:id="rId2"/>
              </a:rPr>
              <a:t>https://github.com/ahmedhamedali82/AdaptiveEdu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"/>
            <a:ext cx="11338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8C7E"/>
                </a:solidFill>
                <a:latin typeface="Calibri"/>
              </a:rPr>
              <a:t>LIVE DEMO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"/>
            <a:ext cx="11338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3A61"/>
                </a:solidFill>
                <a:latin typeface="Calibri"/>
              </a:rPr>
              <a:t>Say this. Do this. ~3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04672"/>
            <a:ext cx="1280160" cy="54864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18871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16128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Open Telegram 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16128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Send ST005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92023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20573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5739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02996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subject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02996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Send 4 (Philosophy)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78892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92607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2607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89864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Open Gmail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89864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PDF link + file name ST005_4_1.xlsx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5759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379475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7947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6732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Excel 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76732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10 capital letters, no header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526279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E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66344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36007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Upload file on Telegram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636007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Bot confirms grading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94960"/>
            <a:ext cx="1143000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53212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0E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321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504688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F2744"/>
                </a:solidFill>
                <a:latin typeface="Calibri"/>
              </a:rPr>
              <a:t>Show Pass or Fail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504688"/>
            <a:ext cx="6035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C2430"/>
                </a:solidFill>
                <a:latin typeface="Calibri"/>
              </a:rPr>
              <a:t>Then open student_progress 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